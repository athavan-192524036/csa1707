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82" r:id="rId4"/>
    <p:sldId id="274" r:id="rId5"/>
    <p:sldId id="283" r:id="rId6"/>
    <p:sldId id="284" r:id="rId7"/>
    <p:sldId id="290" r:id="rId8"/>
    <p:sldId id="285" r:id="rId9"/>
    <p:sldId id="286" r:id="rId10"/>
    <p:sldId id="287" r:id="rId11"/>
    <p:sldId id="288" r:id="rId12"/>
    <p:sldId id="289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FABCF-FB5A-4B45-B549-C2CEE764A2E7}" v="27" dt="2026-08-10T03:02:45.3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76" autoAdjust="0"/>
    <p:restoredTop sz="94622" autoAdjust="0"/>
  </p:normalViewPr>
  <p:slideViewPr>
    <p:cSldViewPr>
      <p:cViewPr varScale="1">
        <p:scale>
          <a:sx n="55" d="100"/>
          <a:sy n="55" d="100"/>
        </p:scale>
        <p:origin x="82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van K" userId="fd0a8d76ee7dd65d" providerId="LiveId" clId="{F40DBB89-3B72-4301-9A1F-CD9040781D36}"/>
    <pc:docChg chg="undo custSel addSld delSld modSld">
      <pc:chgData name="Athavan K" userId="fd0a8d76ee7dd65d" providerId="LiveId" clId="{F40DBB89-3B72-4301-9A1F-CD9040781D36}" dt="2026-08-10T03:04:25.016" v="678" actId="1076"/>
      <pc:docMkLst>
        <pc:docMk/>
      </pc:docMkLst>
      <pc:sldChg chg="modSp mod">
        <pc:chgData name="Athavan K" userId="fd0a8d76ee7dd65d" providerId="LiveId" clId="{F40DBB89-3B72-4301-9A1F-CD9040781D36}" dt="2026-07-22T02:47:41.583" v="226" actId="20577"/>
        <pc:sldMkLst>
          <pc:docMk/>
          <pc:sldMk cId="0" sldId="256"/>
        </pc:sldMkLst>
        <pc:spChg chg="mod">
          <ac:chgData name="Athavan K" userId="fd0a8d76ee7dd65d" providerId="LiveId" clId="{F40DBB89-3B72-4301-9A1F-CD9040781D36}" dt="2026-07-22T02:47:41.583" v="226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thavan K" userId="fd0a8d76ee7dd65d" providerId="LiveId" clId="{F40DBB89-3B72-4301-9A1F-CD9040781D36}" dt="2026-07-22T02:46:05.331" v="8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thavan K" userId="fd0a8d76ee7dd65d" providerId="LiveId" clId="{F40DBB89-3B72-4301-9A1F-CD9040781D36}" dt="2026-07-22T02:45:26.708" v="0"/>
          <ac:spMkLst>
            <pc:docMk/>
            <pc:sldMk cId="0" sldId="256"/>
            <ac:spMk id="15" creationId="{CCEEE17D-B4B6-ABFA-CEC5-99EF084C8B3D}"/>
          </ac:spMkLst>
        </pc:spChg>
        <pc:spChg chg="mod">
          <ac:chgData name="Athavan K" userId="fd0a8d76ee7dd65d" providerId="LiveId" clId="{F40DBB89-3B72-4301-9A1F-CD9040781D36}" dt="2026-07-22T02:46:16.519" v="102" actId="20577"/>
          <ac:spMkLst>
            <pc:docMk/>
            <pc:sldMk cId="0" sldId="256"/>
            <ac:spMk id="17" creationId="{60CF6393-B220-1E9E-5AF3-7E9E56AC5F02}"/>
          </ac:spMkLst>
        </pc:spChg>
      </pc:sldChg>
      <pc:sldChg chg="modSp mod">
        <pc:chgData name="Athavan K" userId="fd0a8d76ee7dd65d" providerId="LiveId" clId="{F40DBB89-3B72-4301-9A1F-CD9040781D36}" dt="2026-07-22T02:50:47.235" v="238" actId="20577"/>
        <pc:sldMkLst>
          <pc:docMk/>
          <pc:sldMk cId="0" sldId="258"/>
        </pc:sldMkLst>
        <pc:spChg chg="mod">
          <ac:chgData name="Athavan K" userId="fd0a8d76ee7dd65d" providerId="LiveId" clId="{F40DBB89-3B72-4301-9A1F-CD9040781D36}" dt="2026-07-22T02:50:47.235" v="238" actId="20577"/>
          <ac:spMkLst>
            <pc:docMk/>
            <pc:sldMk cId="0" sldId="258"/>
            <ac:spMk id="15" creationId="{B52A0C55-59A9-3AD7-1AB0-A7B151905A1B}"/>
          </ac:spMkLst>
        </pc:spChg>
      </pc:sldChg>
      <pc:sldChg chg="modSp mod">
        <pc:chgData name="Athavan K" userId="fd0a8d76ee7dd65d" providerId="LiveId" clId="{F40DBB89-3B72-4301-9A1F-CD9040781D36}" dt="2026-07-22T03:02:02.502" v="347" actId="1076"/>
        <pc:sldMkLst>
          <pc:docMk/>
          <pc:sldMk cId="1400762106" sldId="274"/>
        </pc:sldMkLst>
        <pc:spChg chg="mod">
          <ac:chgData name="Athavan K" userId="fd0a8d76ee7dd65d" providerId="LiveId" clId="{F40DBB89-3B72-4301-9A1F-CD9040781D36}" dt="2026-07-22T03:01:57.031" v="346" actId="1076"/>
          <ac:spMkLst>
            <pc:docMk/>
            <pc:sldMk cId="1400762106" sldId="274"/>
            <ac:spMk id="7" creationId="{2F93D015-5089-3C89-032E-927E15CC6779}"/>
          </ac:spMkLst>
        </pc:spChg>
        <pc:spChg chg="mod">
          <ac:chgData name="Athavan K" userId="fd0a8d76ee7dd65d" providerId="LiveId" clId="{F40DBB89-3B72-4301-9A1F-CD9040781D36}" dt="2026-07-22T03:02:02.502" v="347" actId="1076"/>
          <ac:spMkLst>
            <pc:docMk/>
            <pc:sldMk cId="1400762106" sldId="274"/>
            <ac:spMk id="8" creationId="{D2A0F056-C9F4-8F14-0FDF-703C415B3FCE}"/>
          </ac:spMkLst>
        </pc:spChg>
      </pc:sldChg>
      <pc:sldChg chg="addSp delSp modSp mod">
        <pc:chgData name="Athavan K" userId="fd0a8d76ee7dd65d" providerId="LiveId" clId="{F40DBB89-3B72-4301-9A1F-CD9040781D36}" dt="2026-07-22T04:06:41.181" v="463" actId="14734"/>
        <pc:sldMkLst>
          <pc:docMk/>
          <pc:sldMk cId="629290418" sldId="282"/>
        </pc:sldMkLst>
        <pc:graphicFrameChg chg="add mod modGraphic">
          <ac:chgData name="Athavan K" userId="fd0a8d76ee7dd65d" providerId="LiveId" clId="{F40DBB89-3B72-4301-9A1F-CD9040781D36}" dt="2026-07-22T04:06:41.181" v="463" actId="14734"/>
          <ac:graphicFrameMkLst>
            <pc:docMk/>
            <pc:sldMk cId="629290418" sldId="282"/>
            <ac:graphicFrameMk id="7" creationId="{E8C0A351-2D5A-F643-1AF7-3DEA4665D483}"/>
          </ac:graphicFrameMkLst>
        </pc:graphicFrameChg>
      </pc:sldChg>
      <pc:sldChg chg="modSp mod">
        <pc:chgData name="Athavan K" userId="fd0a8d76ee7dd65d" providerId="LiveId" clId="{F40DBB89-3B72-4301-9A1F-CD9040781D36}" dt="2026-07-22T03:07:57.482" v="381" actId="2711"/>
        <pc:sldMkLst>
          <pc:docMk/>
          <pc:sldMk cId="555764969" sldId="283"/>
        </pc:sldMkLst>
        <pc:spChg chg="mod">
          <ac:chgData name="Athavan K" userId="fd0a8d76ee7dd65d" providerId="LiveId" clId="{F40DBB89-3B72-4301-9A1F-CD9040781D36}" dt="2026-07-22T03:07:57.482" v="381" actId="2711"/>
          <ac:spMkLst>
            <pc:docMk/>
            <pc:sldMk cId="555764969" sldId="283"/>
            <ac:spMk id="4" creationId="{73C9E799-D415-F36C-F350-6E05DB3EB429}"/>
          </ac:spMkLst>
        </pc:spChg>
      </pc:sldChg>
      <pc:sldChg chg="addSp delSp modSp new mod">
        <pc:chgData name="Athavan K" userId="fd0a8d76ee7dd65d" providerId="LiveId" clId="{F40DBB89-3B72-4301-9A1F-CD9040781D36}" dt="2026-08-10T02:46:39.680" v="498" actId="22"/>
        <pc:sldMkLst>
          <pc:docMk/>
          <pc:sldMk cId="3048705976" sldId="284"/>
        </pc:sldMkLst>
        <pc:spChg chg="del">
          <ac:chgData name="Athavan K" userId="fd0a8d76ee7dd65d" providerId="LiveId" clId="{F40DBB89-3B72-4301-9A1F-CD9040781D36}" dt="2026-08-10T02:43:12.820" v="465" actId="478"/>
          <ac:spMkLst>
            <pc:docMk/>
            <pc:sldMk cId="3048705976" sldId="284"/>
            <ac:spMk id="2" creationId="{6BC8DA52-9C0C-1DEA-33AA-0BD952053958}"/>
          </ac:spMkLst>
        </pc:spChg>
        <pc:spChg chg="add mod">
          <ac:chgData name="Athavan K" userId="fd0a8d76ee7dd65d" providerId="LiveId" clId="{F40DBB89-3B72-4301-9A1F-CD9040781D36}" dt="2026-08-10T02:46:25.250" v="496" actId="14100"/>
          <ac:spMkLst>
            <pc:docMk/>
            <pc:sldMk cId="3048705976" sldId="284"/>
            <ac:spMk id="5" creationId="{C3D2C025-197B-B8CD-D8B1-75B4B2D21D2F}"/>
          </ac:spMkLst>
        </pc:spChg>
        <pc:spChg chg="add">
          <ac:chgData name="Athavan K" userId="fd0a8d76ee7dd65d" providerId="LiveId" clId="{F40DBB89-3B72-4301-9A1F-CD9040781D36}" dt="2026-08-10T02:46:33.017" v="497" actId="22"/>
          <ac:spMkLst>
            <pc:docMk/>
            <pc:sldMk cId="3048705976" sldId="284"/>
            <ac:spMk id="7" creationId="{3BECAE63-6B06-F038-A173-98A0D9965E34}"/>
          </ac:spMkLst>
        </pc:spChg>
        <pc:spChg chg="add">
          <ac:chgData name="Athavan K" userId="fd0a8d76ee7dd65d" providerId="LiveId" clId="{F40DBB89-3B72-4301-9A1F-CD9040781D36}" dt="2026-08-10T02:46:39.680" v="498" actId="22"/>
          <ac:spMkLst>
            <pc:docMk/>
            <pc:sldMk cId="3048705976" sldId="284"/>
            <ac:spMk id="9" creationId="{2BF0142D-87E6-BAA4-29B6-7062BD5B485A}"/>
          </ac:spMkLst>
        </pc:spChg>
        <pc:picChg chg="add mod">
          <ac:chgData name="Athavan K" userId="fd0a8d76ee7dd65d" providerId="LiveId" clId="{F40DBB89-3B72-4301-9A1F-CD9040781D36}" dt="2026-08-10T02:44:27.667" v="469" actId="14100"/>
          <ac:picMkLst>
            <pc:docMk/>
            <pc:sldMk cId="3048705976" sldId="284"/>
            <ac:picMk id="4" creationId="{5B917D2D-3504-22B2-6DAD-2F4E35B11783}"/>
          </ac:picMkLst>
        </pc:picChg>
      </pc:sldChg>
      <pc:sldChg chg="addSp delSp modSp new mod">
        <pc:chgData name="Athavan K" userId="fd0a8d76ee7dd65d" providerId="LiveId" clId="{F40DBB89-3B72-4301-9A1F-CD9040781D36}" dt="2026-08-10T03:04:25.016" v="678" actId="1076"/>
        <pc:sldMkLst>
          <pc:docMk/>
          <pc:sldMk cId="650326330" sldId="285"/>
        </pc:sldMkLst>
        <pc:spChg chg="del">
          <ac:chgData name="Athavan K" userId="fd0a8d76ee7dd65d" providerId="LiveId" clId="{F40DBB89-3B72-4301-9A1F-CD9040781D36}" dt="2026-08-10T02:51:01.678" v="512" actId="478"/>
          <ac:spMkLst>
            <pc:docMk/>
            <pc:sldMk cId="650326330" sldId="285"/>
            <ac:spMk id="2" creationId="{EDB49451-B364-BBE3-328F-CA7826BE3FD9}"/>
          </ac:spMkLst>
        </pc:spChg>
        <pc:spChg chg="add mod">
          <ac:chgData name="Athavan K" userId="fd0a8d76ee7dd65d" providerId="LiveId" clId="{F40DBB89-3B72-4301-9A1F-CD9040781D36}" dt="2026-08-10T02:56:14.468" v="578" actId="14100"/>
          <ac:spMkLst>
            <pc:docMk/>
            <pc:sldMk cId="650326330" sldId="285"/>
            <ac:spMk id="3" creationId="{462292F8-02D1-5928-8C78-CBE6E8DBA480}"/>
          </ac:spMkLst>
        </pc:spChg>
        <pc:spChg chg="add">
          <ac:chgData name="Athavan K" userId="fd0a8d76ee7dd65d" providerId="LiveId" clId="{F40DBB89-3B72-4301-9A1F-CD9040781D36}" dt="2026-08-10T02:53:27.837" v="524" actId="22"/>
          <ac:spMkLst>
            <pc:docMk/>
            <pc:sldMk cId="650326330" sldId="285"/>
            <ac:spMk id="5" creationId="{22BA213F-E498-051C-13BC-1B46747D6D8B}"/>
          </ac:spMkLst>
        </pc:spChg>
        <pc:spChg chg="add">
          <ac:chgData name="Athavan K" userId="fd0a8d76ee7dd65d" providerId="LiveId" clId="{F40DBB89-3B72-4301-9A1F-CD9040781D36}" dt="2026-08-10T02:53:37.481" v="528" actId="22"/>
          <ac:spMkLst>
            <pc:docMk/>
            <pc:sldMk cId="650326330" sldId="285"/>
            <ac:spMk id="7" creationId="{C1DD4FC9-713D-E8E9-2355-D85B3D26BAC3}"/>
          </ac:spMkLst>
        </pc:spChg>
        <pc:spChg chg="add">
          <ac:chgData name="Athavan K" userId="fd0a8d76ee7dd65d" providerId="LiveId" clId="{F40DBB89-3B72-4301-9A1F-CD9040781D36}" dt="2026-08-10T02:53:48.516" v="530" actId="22"/>
          <ac:spMkLst>
            <pc:docMk/>
            <pc:sldMk cId="650326330" sldId="285"/>
            <ac:spMk id="9" creationId="{D8E3C5C1-DAEA-2171-A690-CA617B6F0E23}"/>
          </ac:spMkLst>
        </pc:spChg>
        <pc:spChg chg="add mod">
          <ac:chgData name="Athavan K" userId="fd0a8d76ee7dd65d" providerId="LiveId" clId="{F40DBB89-3B72-4301-9A1F-CD9040781D36}" dt="2026-08-10T03:04:25.016" v="678" actId="1076"/>
          <ac:spMkLst>
            <pc:docMk/>
            <pc:sldMk cId="650326330" sldId="285"/>
            <ac:spMk id="10" creationId="{8F606B9D-AFB6-48E4-D243-E791D612644E}"/>
          </ac:spMkLst>
        </pc:spChg>
      </pc:sldChg>
      <pc:sldChg chg="addSp modSp new mod">
        <pc:chgData name="Athavan K" userId="fd0a8d76ee7dd65d" providerId="LiveId" clId="{F40DBB89-3B72-4301-9A1F-CD9040781D36}" dt="2026-08-10T03:03:58.225" v="672" actId="1076"/>
        <pc:sldMkLst>
          <pc:docMk/>
          <pc:sldMk cId="197560325" sldId="286"/>
        </pc:sldMkLst>
        <pc:spChg chg="mod">
          <ac:chgData name="Athavan K" userId="fd0a8d76ee7dd65d" providerId="LiveId" clId="{F40DBB89-3B72-4301-9A1F-CD9040781D36}" dt="2026-08-10T02:50:55.348" v="511" actId="20577"/>
          <ac:spMkLst>
            <pc:docMk/>
            <pc:sldMk cId="197560325" sldId="286"/>
            <ac:spMk id="2" creationId="{0E26F60A-9557-AD90-691F-8B53A9AFF002}"/>
          </ac:spMkLst>
        </pc:spChg>
        <pc:spChg chg="add mod">
          <ac:chgData name="Athavan K" userId="fd0a8d76ee7dd65d" providerId="LiveId" clId="{F40DBB89-3B72-4301-9A1F-CD9040781D36}" dt="2026-08-10T02:57:18.967" v="587" actId="1076"/>
          <ac:spMkLst>
            <pc:docMk/>
            <pc:sldMk cId="197560325" sldId="286"/>
            <ac:spMk id="3" creationId="{1D95BE90-938A-F57B-2085-BDF2F5B4B856}"/>
          </ac:spMkLst>
        </pc:spChg>
        <pc:spChg chg="add">
          <ac:chgData name="Athavan K" userId="fd0a8d76ee7dd65d" providerId="LiveId" clId="{F40DBB89-3B72-4301-9A1F-CD9040781D36}" dt="2026-08-10T02:53:34.597" v="527" actId="22"/>
          <ac:spMkLst>
            <pc:docMk/>
            <pc:sldMk cId="197560325" sldId="286"/>
            <ac:spMk id="5" creationId="{43FC15F2-D0B4-B43D-85B3-74D7A0577845}"/>
          </ac:spMkLst>
        </pc:spChg>
        <pc:spChg chg="add">
          <ac:chgData name="Athavan K" userId="fd0a8d76ee7dd65d" providerId="LiveId" clId="{F40DBB89-3B72-4301-9A1F-CD9040781D36}" dt="2026-08-10T02:53:50.052" v="531" actId="22"/>
          <ac:spMkLst>
            <pc:docMk/>
            <pc:sldMk cId="197560325" sldId="286"/>
            <ac:spMk id="7" creationId="{AA81897D-AA5E-814E-A24A-F96EC82FB468}"/>
          </ac:spMkLst>
        </pc:spChg>
        <pc:spChg chg="add mod">
          <ac:chgData name="Athavan K" userId="fd0a8d76ee7dd65d" providerId="LiveId" clId="{F40DBB89-3B72-4301-9A1F-CD9040781D36}" dt="2026-08-10T03:03:58.225" v="672" actId="1076"/>
          <ac:spMkLst>
            <pc:docMk/>
            <pc:sldMk cId="197560325" sldId="286"/>
            <ac:spMk id="8" creationId="{074E0566-57CE-A41E-5837-EBEDBEB0EDEE}"/>
          </ac:spMkLst>
        </pc:spChg>
      </pc:sldChg>
      <pc:sldChg chg="addSp modSp new mod">
        <pc:chgData name="Athavan K" userId="fd0a8d76ee7dd65d" providerId="LiveId" clId="{F40DBB89-3B72-4301-9A1F-CD9040781D36}" dt="2026-08-10T03:03:32.893" v="666" actId="122"/>
        <pc:sldMkLst>
          <pc:docMk/>
          <pc:sldMk cId="3542209655" sldId="287"/>
        </pc:sldMkLst>
        <pc:spChg chg="mod">
          <ac:chgData name="Athavan K" userId="fd0a8d76ee7dd65d" providerId="LiveId" clId="{F40DBB89-3B72-4301-9A1F-CD9040781D36}" dt="2026-08-10T02:50:50.304" v="510" actId="20577"/>
          <ac:spMkLst>
            <pc:docMk/>
            <pc:sldMk cId="3542209655" sldId="287"/>
            <ac:spMk id="2" creationId="{0EF23A6A-4AF6-DDD9-A587-5AFBBB8A6F36}"/>
          </ac:spMkLst>
        </pc:spChg>
        <pc:spChg chg="add mod">
          <ac:chgData name="Athavan K" userId="fd0a8d76ee7dd65d" providerId="LiveId" clId="{F40DBB89-3B72-4301-9A1F-CD9040781D36}" dt="2026-08-10T02:58:13.898" v="597" actId="1076"/>
          <ac:spMkLst>
            <pc:docMk/>
            <pc:sldMk cId="3542209655" sldId="287"/>
            <ac:spMk id="3" creationId="{35FDD570-411C-2D5D-CCD1-DF7499C63868}"/>
          </ac:spMkLst>
        </pc:spChg>
        <pc:spChg chg="add">
          <ac:chgData name="Athavan K" userId="fd0a8d76ee7dd65d" providerId="LiveId" clId="{F40DBB89-3B72-4301-9A1F-CD9040781D36}" dt="2026-08-10T02:53:33.010" v="526" actId="22"/>
          <ac:spMkLst>
            <pc:docMk/>
            <pc:sldMk cId="3542209655" sldId="287"/>
            <ac:spMk id="5" creationId="{019F8BD9-9ED4-2E93-C28C-5403E1AABC2B}"/>
          </ac:spMkLst>
        </pc:spChg>
        <pc:spChg chg="add">
          <ac:chgData name="Athavan K" userId="fd0a8d76ee7dd65d" providerId="LiveId" clId="{F40DBB89-3B72-4301-9A1F-CD9040781D36}" dt="2026-08-10T02:53:52.824" v="532" actId="22"/>
          <ac:spMkLst>
            <pc:docMk/>
            <pc:sldMk cId="3542209655" sldId="287"/>
            <ac:spMk id="7" creationId="{8C69B259-45FD-03BF-097C-574AC6AA50A1}"/>
          </ac:spMkLst>
        </pc:spChg>
        <pc:spChg chg="add mod">
          <ac:chgData name="Athavan K" userId="fd0a8d76ee7dd65d" providerId="LiveId" clId="{F40DBB89-3B72-4301-9A1F-CD9040781D36}" dt="2026-08-10T03:03:32.893" v="666" actId="122"/>
          <ac:spMkLst>
            <pc:docMk/>
            <pc:sldMk cId="3542209655" sldId="287"/>
            <ac:spMk id="8" creationId="{48813FEF-E4A6-953A-501A-8EDDD84E8505}"/>
          </ac:spMkLst>
        </pc:spChg>
      </pc:sldChg>
      <pc:sldChg chg="addSp modSp new mod">
        <pc:chgData name="Athavan K" userId="fd0a8d76ee7dd65d" providerId="LiveId" clId="{F40DBB89-3B72-4301-9A1F-CD9040781D36}" dt="2026-08-10T03:01:35.195" v="653" actId="1076"/>
        <pc:sldMkLst>
          <pc:docMk/>
          <pc:sldMk cId="859331734" sldId="288"/>
        </pc:sldMkLst>
        <pc:spChg chg="mod">
          <ac:chgData name="Athavan K" userId="fd0a8d76ee7dd65d" providerId="LiveId" clId="{F40DBB89-3B72-4301-9A1F-CD9040781D36}" dt="2026-08-10T02:52:18.474" v="515" actId="6549"/>
          <ac:spMkLst>
            <pc:docMk/>
            <pc:sldMk cId="859331734" sldId="288"/>
            <ac:spMk id="2" creationId="{3091B7B8-ABC2-84DD-802F-7F1DF401073A}"/>
          </ac:spMkLst>
        </pc:spChg>
        <pc:spChg chg="add mod">
          <ac:chgData name="Athavan K" userId="fd0a8d76ee7dd65d" providerId="LiveId" clId="{F40DBB89-3B72-4301-9A1F-CD9040781D36}" dt="2026-08-10T02:59:35.743" v="609" actId="1076"/>
          <ac:spMkLst>
            <pc:docMk/>
            <pc:sldMk cId="859331734" sldId="288"/>
            <ac:spMk id="3" creationId="{3B6478B5-7EF7-41E6-D62C-35F8CD5812AC}"/>
          </ac:spMkLst>
        </pc:spChg>
        <pc:spChg chg="add">
          <ac:chgData name="Athavan K" userId="fd0a8d76ee7dd65d" providerId="LiveId" clId="{F40DBB89-3B72-4301-9A1F-CD9040781D36}" dt="2026-08-10T02:53:31.339" v="525" actId="22"/>
          <ac:spMkLst>
            <pc:docMk/>
            <pc:sldMk cId="859331734" sldId="288"/>
            <ac:spMk id="5" creationId="{18B0D1A4-F3F6-A083-87EC-439855F0F9EA}"/>
          </ac:spMkLst>
        </pc:spChg>
        <pc:spChg chg="add">
          <ac:chgData name="Athavan K" userId="fd0a8d76ee7dd65d" providerId="LiveId" clId="{F40DBB89-3B72-4301-9A1F-CD9040781D36}" dt="2026-08-10T02:53:54.206" v="533" actId="22"/>
          <ac:spMkLst>
            <pc:docMk/>
            <pc:sldMk cId="859331734" sldId="288"/>
            <ac:spMk id="7" creationId="{CE399D2C-BD04-F8EF-ABA4-72C282157CE4}"/>
          </ac:spMkLst>
        </pc:spChg>
        <pc:spChg chg="add mod">
          <ac:chgData name="Athavan K" userId="fd0a8d76ee7dd65d" providerId="LiveId" clId="{F40DBB89-3B72-4301-9A1F-CD9040781D36}" dt="2026-08-10T03:01:35.195" v="653" actId="1076"/>
          <ac:spMkLst>
            <pc:docMk/>
            <pc:sldMk cId="859331734" sldId="288"/>
            <ac:spMk id="8" creationId="{70B77A2B-39FA-CB6E-001C-4F39957BCDB9}"/>
          </ac:spMkLst>
        </pc:spChg>
      </pc:sldChg>
      <pc:sldChg chg="addSp delSp modSp new mod">
        <pc:chgData name="Athavan K" userId="fd0a8d76ee7dd65d" providerId="LiveId" clId="{F40DBB89-3B72-4301-9A1F-CD9040781D36}" dt="2026-08-10T03:01:10.843" v="633" actId="1076"/>
        <pc:sldMkLst>
          <pc:docMk/>
          <pc:sldMk cId="1177014904" sldId="289"/>
        </pc:sldMkLst>
        <pc:spChg chg="del">
          <ac:chgData name="Athavan K" userId="fd0a8d76ee7dd65d" providerId="LiveId" clId="{F40DBB89-3B72-4301-9A1F-CD9040781D36}" dt="2026-08-10T02:52:39.623" v="516" actId="478"/>
          <ac:spMkLst>
            <pc:docMk/>
            <pc:sldMk cId="1177014904" sldId="289"/>
            <ac:spMk id="2" creationId="{0D4125D5-9BCC-7432-3262-442F5BD3C1EF}"/>
          </ac:spMkLst>
        </pc:spChg>
        <pc:spChg chg="add mod">
          <ac:chgData name="Athavan K" userId="fd0a8d76ee7dd65d" providerId="LiveId" clId="{F40DBB89-3B72-4301-9A1F-CD9040781D36}" dt="2026-08-10T03:00:45.559" v="620" actId="1076"/>
          <ac:spMkLst>
            <pc:docMk/>
            <pc:sldMk cId="1177014904" sldId="289"/>
            <ac:spMk id="3" creationId="{AB35ECFF-D982-5591-353F-B95182393EEE}"/>
          </ac:spMkLst>
        </pc:spChg>
        <pc:spChg chg="add">
          <ac:chgData name="Athavan K" userId="fd0a8d76ee7dd65d" providerId="LiveId" clId="{F40DBB89-3B72-4301-9A1F-CD9040781D36}" dt="2026-08-10T02:53:56.313" v="534" actId="22"/>
          <ac:spMkLst>
            <pc:docMk/>
            <pc:sldMk cId="1177014904" sldId="289"/>
            <ac:spMk id="5" creationId="{2971B5B8-F1B3-38B3-2AF9-8D6AB0D02D0A}"/>
          </ac:spMkLst>
        </pc:spChg>
        <pc:spChg chg="add">
          <ac:chgData name="Athavan K" userId="fd0a8d76ee7dd65d" providerId="LiveId" clId="{F40DBB89-3B72-4301-9A1F-CD9040781D36}" dt="2026-08-10T02:54:03.644" v="535" actId="22"/>
          <ac:spMkLst>
            <pc:docMk/>
            <pc:sldMk cId="1177014904" sldId="289"/>
            <ac:spMk id="7" creationId="{195DCF42-1F82-4883-CD21-34D8B4F2DC9E}"/>
          </ac:spMkLst>
        </pc:spChg>
        <pc:spChg chg="add mod">
          <ac:chgData name="Athavan K" userId="fd0a8d76ee7dd65d" providerId="LiveId" clId="{F40DBB89-3B72-4301-9A1F-CD9040781D36}" dt="2026-08-10T03:01:10.843" v="633" actId="1076"/>
          <ac:spMkLst>
            <pc:docMk/>
            <pc:sldMk cId="1177014904" sldId="289"/>
            <ac:spMk id="8" creationId="{59EB7E4A-CE18-FEB9-90D5-BCD05ADC2D61}"/>
          </ac:spMkLst>
        </pc:spChg>
      </pc:sldChg>
      <pc:sldChg chg="addSp delSp modSp new mod">
        <pc:chgData name="Athavan K" userId="fd0a8d76ee7dd65d" providerId="LiveId" clId="{F40DBB89-3B72-4301-9A1F-CD9040781D36}" dt="2026-08-10T02:55:25.735" v="569" actId="113"/>
        <pc:sldMkLst>
          <pc:docMk/>
          <pc:sldMk cId="4222465940" sldId="290"/>
        </pc:sldMkLst>
        <pc:spChg chg="del">
          <ac:chgData name="Athavan K" userId="fd0a8d76ee7dd65d" providerId="LiveId" clId="{F40DBB89-3B72-4301-9A1F-CD9040781D36}" dt="2026-08-10T02:53:18.182" v="522" actId="478"/>
          <ac:spMkLst>
            <pc:docMk/>
            <pc:sldMk cId="4222465940" sldId="290"/>
            <ac:spMk id="2" creationId="{37A54DF9-6616-A9F3-DC72-3D1D6CB398E6}"/>
          </ac:spMkLst>
        </pc:spChg>
        <pc:spChg chg="add mod">
          <ac:chgData name="Athavan K" userId="fd0a8d76ee7dd65d" providerId="LiveId" clId="{F40DBB89-3B72-4301-9A1F-CD9040781D36}" dt="2026-08-10T02:55:25.735" v="569" actId="113"/>
          <ac:spMkLst>
            <pc:docMk/>
            <pc:sldMk cId="4222465940" sldId="290"/>
            <ac:spMk id="3" creationId="{59E39E09-216B-F014-D67A-A73829093D19}"/>
          </ac:spMkLst>
        </pc:spChg>
        <pc:spChg chg="add">
          <ac:chgData name="Athavan K" userId="fd0a8d76ee7dd65d" providerId="LiveId" clId="{F40DBB89-3B72-4301-9A1F-CD9040781D36}" dt="2026-08-10T02:53:26.512" v="523" actId="22"/>
          <ac:spMkLst>
            <pc:docMk/>
            <pc:sldMk cId="4222465940" sldId="290"/>
            <ac:spMk id="5" creationId="{AEA919D6-BF22-DE26-CBE4-CD0BD7733DC5}"/>
          </ac:spMkLst>
        </pc:spChg>
        <pc:spChg chg="add">
          <ac:chgData name="Athavan K" userId="fd0a8d76ee7dd65d" providerId="LiveId" clId="{F40DBB89-3B72-4301-9A1F-CD9040781D36}" dt="2026-08-10T02:53:46.899" v="529" actId="22"/>
          <ac:spMkLst>
            <pc:docMk/>
            <pc:sldMk cId="4222465940" sldId="290"/>
            <ac:spMk id="7" creationId="{CFCD59A1-D222-DE45-9ABD-0B27910F4E60}"/>
          </ac:spMkLst>
        </pc:spChg>
        <pc:spChg chg="add mod">
          <ac:chgData name="Athavan K" userId="fd0a8d76ee7dd65d" providerId="LiveId" clId="{F40DBB89-3B72-4301-9A1F-CD9040781D36}" dt="2026-08-10T02:55:13.228" v="567" actId="1076"/>
          <ac:spMkLst>
            <pc:docMk/>
            <pc:sldMk cId="4222465940" sldId="290"/>
            <ac:spMk id="8" creationId="{A32FF7F7-055A-B362-3CC9-734E022BE81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DA97A0-E165-AC58-9B36-BA7BB4F7C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7D99D-C451-6C6C-F7B8-2BB5D393E4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13BE1-84D1-4153-8EF8-3BC4714FA7E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60D15-66B2-A7D6-1DD4-161E0352C7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B8107-C644-E70A-455E-83F8885DF0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8BEA4-3722-4E40-8969-95F548E02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911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E0C07-4ECA-4CAF-BF9B-CE69E0EBBAF3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0CA88-6CBC-4381-9999-2D560C378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9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5CC3-2836-14CD-3FC0-FC6C2AD98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75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7AE8-D885-4584-A5A8-14F6625B4D3D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6E964-6B4F-45B6-852F-24972C15092A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89D42-946A-434D-A79B-D9D4BF5FD208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410FE-A5DE-44A8-9610-86B02ABF0D42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FBE4-D36E-4C9D-907F-8D44A2619840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3923-89E7-4AE5-9F6A-B0F5AE0CAEAC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88FA-665E-4582-88F3-42CEC83C15C0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5DCFB-3279-4B72-AE30-BB9D4C44FBA5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D71C-5440-4494-B8A1-CE439D859C5F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1757-7FED-4A50-88D3-AF943CEA58B0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92F5-E066-44F9-AD2F-B2978635BC8F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65E6C-E8DA-45FC-9E06-08A22CB1903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firebase.google.com/doc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725255" y="7105272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10" y="0"/>
                </a:lnTo>
                <a:lnTo>
                  <a:pt x="7450510" y="7450510"/>
                </a:lnTo>
                <a:lnTo>
                  <a:pt x="0" y="7450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06625" y="-4304799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09" y="0"/>
                </a:lnTo>
                <a:lnTo>
                  <a:pt x="7450509" y="7450509"/>
                </a:lnTo>
                <a:lnTo>
                  <a:pt x="0" y="7450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808338" y="573147"/>
            <a:ext cx="11301259" cy="1455037"/>
          </a:xfrm>
          <a:custGeom>
            <a:avLst/>
            <a:gdLst/>
            <a:ahLst/>
            <a:cxnLst/>
            <a:rect l="l" t="t" r="r" b="b"/>
            <a:pathLst>
              <a:path w="11301259" h="1455037">
                <a:moveTo>
                  <a:pt x="0" y="0"/>
                </a:moveTo>
                <a:lnTo>
                  <a:pt x="11301259" y="0"/>
                </a:lnTo>
                <a:lnTo>
                  <a:pt x="11301259" y="1455037"/>
                </a:lnTo>
                <a:lnTo>
                  <a:pt x="0" y="145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67000" y="6896100"/>
            <a:ext cx="6626953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3200" u="none" strike="noStrike" dirty="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Athavan k(192524036)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Santhosh S(192524049)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Yogesh </a:t>
            </a:r>
            <a:r>
              <a:rPr lang="en-US" sz="3200" dirty="0" err="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</a:t>
            </a: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S(192524067)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3200" u="none" strike="noStrike" dirty="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56236" y="5371231"/>
            <a:ext cx="1211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CSA1707</a:t>
            </a:r>
          </a:p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Name: Artificial Intelligence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EE17D-B4B6-ABFA-CEC5-99EF084C8B3D}"/>
              </a:ext>
            </a:extLst>
          </p:cNvPr>
          <p:cNvSpPr txBox="1"/>
          <p:nvPr/>
        </p:nvSpPr>
        <p:spPr>
          <a:xfrm>
            <a:off x="2985318" y="2518576"/>
            <a:ext cx="123173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/>
              <a:t>AI-Powered Crop Disease Detection and Farmer Advisory System</a:t>
            </a:r>
            <a:endParaRPr lang="en-IN" sz="5400" b="1" dirty="0">
              <a:solidFill>
                <a:schemeClr val="tx2"/>
              </a:solidFill>
              <a:latin typeface="Times New Roman 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F6393-B220-1E9E-5AF3-7E9E56AC5F02}"/>
              </a:ext>
            </a:extLst>
          </p:cNvPr>
          <p:cNvSpPr txBox="1"/>
          <p:nvPr/>
        </p:nvSpPr>
        <p:spPr>
          <a:xfrm>
            <a:off x="11753625" y="6896100"/>
            <a:ext cx="495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 "/>
              </a:rPr>
              <a:t>Under the supervision: </a:t>
            </a:r>
          </a:p>
          <a:p>
            <a:endParaRPr lang="en-US" sz="3200" dirty="0">
              <a:latin typeface="Times New Roman "/>
            </a:endParaRPr>
          </a:p>
          <a:p>
            <a:r>
              <a:rPr lang="en-US" sz="3200" dirty="0">
                <a:latin typeface="Times New Roman "/>
              </a:rPr>
              <a:t>Dr. Veeramani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8E7C-BBC5-E032-DD4B-510A06CC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0601" y="497095"/>
            <a:ext cx="6546798" cy="1082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43"/>
              </a:lnSpc>
              <a:spcBef>
                <a:spcPct val="0"/>
              </a:spcBef>
            </a:pPr>
            <a:r>
              <a:rPr lang="en-US" sz="7200" u="none" strike="noStrike" spc="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34635" y="58148"/>
            <a:ext cx="948990" cy="10287000"/>
            <a:chOff x="0" y="0"/>
            <a:chExt cx="81345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-2421094" y="4207228"/>
            <a:ext cx="8543440" cy="1872544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3852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52A0C55-59A9-3AD7-1AB0-A7B15190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173" y="1566023"/>
            <a:ext cx="15174835" cy="871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the primary source of livelihood for millions of farmers worldwide. </a:t>
            </a: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significantly reduce agricultural productivity and crop quality. </a:t>
            </a: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disease detection relies on manual inspection, which is time-consuming and requires expert knowledge. </a:t>
            </a: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Computer Vision enable fast and accurate crop disease identification using leaf images. </a:t>
            </a: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0" indent="-7429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crop images, detects diseases, and identifies the severity of infection.</a:t>
            </a:r>
            <a:endParaRPr kumimoji="0" lang="en-US" altLang="en-US" sz="3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8FD4-AAE6-7682-A7AC-FE2C2890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D7377-0BC6-C96D-191D-AF98A9539E5B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2</a:t>
            </a:r>
            <a:endParaRPr lang="en-IN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BD9380-5D1C-42FC-7AF9-04B94F188F73}"/>
              </a:ext>
            </a:extLst>
          </p:cNvPr>
          <p:cNvSpPr txBox="1"/>
          <p:nvPr/>
        </p:nvSpPr>
        <p:spPr>
          <a:xfrm>
            <a:off x="5029200" y="6477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6600" dirty="0"/>
              <a:t> SURVEY</a:t>
            </a:r>
            <a:endParaRPr lang="en-IN" sz="6600" dirty="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8B643E56-5BAC-A530-6ADC-4986B4B85D83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022130C4-BDF0-996D-86E6-982EE1540E67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1A652C-A6AA-2EAE-53B3-5FB4E3EB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C0A351-2D5A-F643-1AF7-3DEA4665D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02857"/>
              </p:ext>
            </p:extLst>
          </p:nvPr>
        </p:nvGraphicFramePr>
        <p:xfrm>
          <a:off x="1371600" y="2247900"/>
          <a:ext cx="15087600" cy="708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164215567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3005449279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3704757554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2939569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9263297"/>
                    </a:ext>
                  </a:extLst>
                </a:gridCol>
              </a:tblGrid>
              <a:tr h="5416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881586"/>
                  </a:ext>
                </a:extLst>
              </a:tr>
              <a:tr h="1736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Deep Learning for Image-Based Plant Disease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 PlantVillage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over 99% accuracy in disease classification under controlled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on real-world field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579021"/>
                  </a:ext>
                </a:extLst>
              </a:tr>
              <a:tr h="1736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Alexander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Models for Plant Disease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architectures (AlexNet, VGG, GoogLeNet)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across multiple crop species and diseases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datasets and high computational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05240"/>
                  </a:ext>
                </a:extLst>
              </a:tr>
              <a:tr h="1736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 &amp;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xhan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chii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 of Deep Learning Models for Plant Disease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provided superior classification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model complexity and training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294667"/>
                  </a:ext>
                </a:extLst>
              </a:tr>
              <a:tr h="1335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Rajesh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Tomato Disease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image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detection of tomato leaf diseases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 single crop and controlled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11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2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969B5C8-FB5B-9C52-8B7E-7E3013ACB6B1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042D3C2-E683-B793-33A8-135EAD4C446A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3D015-5089-3C89-032E-927E15CC6779}"/>
              </a:ext>
            </a:extLst>
          </p:cNvPr>
          <p:cNvSpPr txBox="1"/>
          <p:nvPr/>
        </p:nvSpPr>
        <p:spPr>
          <a:xfrm>
            <a:off x="5450390" y="518113"/>
            <a:ext cx="815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0F056-C9F4-8F14-0FDF-703C415B3FCE}"/>
              </a:ext>
            </a:extLst>
          </p:cNvPr>
          <p:cNvSpPr txBox="1"/>
          <p:nvPr/>
        </p:nvSpPr>
        <p:spPr>
          <a:xfrm>
            <a:off x="761355" y="2084963"/>
            <a:ext cx="169926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cause significant reduction in agricultural productivity and farmer income.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 is difficult due to the lack of agricultural experts in rural areas.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is time-consuming, costly, and often inaccurate.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disease detection methods require specialized equipment or technical knowledge.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 often struggle to identify the correct disease and choose appropriate treatments.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D9BB6-CB0E-2B18-C0A4-037ED2E2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1E478-53D7-2517-F232-6EC42CA1AC34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4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4007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134D57F-4494-FDB7-7498-10E71BE43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9E799-D415-F36C-F350-6E05DB3EB429}"/>
              </a:ext>
            </a:extLst>
          </p:cNvPr>
          <p:cNvSpPr txBox="1"/>
          <p:nvPr/>
        </p:nvSpPr>
        <p:spPr>
          <a:xfrm>
            <a:off x="1524000" y="2397163"/>
            <a:ext cx="1629154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for automatic crop disease detection using leaf images.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identify different crop diseases using deep learning techniques.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treatment recommendations, including suitable pesticides and fertilizers.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offer preventive measures that help reduce the spread of crop diseases.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user-friendly web/mobile interface that is easy for farmers to use.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98116-C16F-18EA-190A-2AA19D2B8685}"/>
              </a:ext>
            </a:extLst>
          </p:cNvPr>
          <p:cNvSpPr txBox="1"/>
          <p:nvPr/>
        </p:nvSpPr>
        <p:spPr>
          <a:xfrm>
            <a:off x="6172200" y="876300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F7C4F40-ABF2-95DD-875E-4E22A50F8697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57F35C3E-0308-227A-D7AB-5FB32C2C3C3B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5A48B9-FAF1-F29B-05FD-37AAA419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24140-AB7E-3111-1508-6AD9330CAB69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3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55576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917D2D-3504-22B2-6DAD-2F4E35B11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257300"/>
            <a:ext cx="14173200" cy="902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D2C025-197B-B8CD-D8B1-75B4B2D21D2F}"/>
              </a:ext>
            </a:extLst>
          </p:cNvPr>
          <p:cNvSpPr txBox="1"/>
          <p:nvPr/>
        </p:nvSpPr>
        <p:spPr>
          <a:xfrm>
            <a:off x="5181600" y="266673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3BECAE63-6B06-F038-A173-98A0D9965E34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BF0142D-87E6-BAA4-29B6-7062BD5B485A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4870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39E09-216B-F014-D67A-A73829093D19}"/>
              </a:ext>
            </a:extLst>
          </p:cNvPr>
          <p:cNvSpPr txBox="1"/>
          <p:nvPr/>
        </p:nvSpPr>
        <p:spPr>
          <a:xfrm>
            <a:off x="1447800" y="2192476"/>
            <a:ext cx="158496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mobile application for crop disease detection and farmer advisory</a:t>
            </a:r>
          </a:p>
          <a:p>
            <a:pPr lvl="0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diseases from leaf images using an on-device CNN classifier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static classification by generating a context-aware treatment advisory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the farmer's past treatment history to avoid repeat/failed recommendations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 regional pesticide resistance data to avoid ineffective treatments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AEA919D6-BF22-DE26-CBE4-CD0BD7733DC5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FCD59A1-D222-DE45-9ABD-0B27910F4E60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FF7F7-055A-B362-3CC9-734E022BE811}"/>
              </a:ext>
            </a:extLst>
          </p:cNvPr>
          <p:cNvSpPr txBox="1"/>
          <p:nvPr/>
        </p:nvSpPr>
        <p:spPr>
          <a:xfrm>
            <a:off x="5410200" y="608053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46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2292F8-02D1-5928-8C78-CBE6E8DBA480}"/>
              </a:ext>
            </a:extLst>
          </p:cNvPr>
          <p:cNvSpPr txBox="1"/>
          <p:nvPr/>
        </p:nvSpPr>
        <p:spPr>
          <a:xfrm>
            <a:off x="1156209" y="2400300"/>
            <a:ext cx="16795164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leaf images via the farmer's smartphone camera (single image or batch scan)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Convolutional Neural Network (CNN), deployed via TensorFlow Lite, to classify the crop disease and estimate severity (mild/moderate/severe)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entirely on-device, enabling functionality without internet access — critical for rural connectivity gaps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 confidence score; low-confidence results are flagged for expert/community review instead of a forced guess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22BA213F-E498-051C-13BC-1B46747D6D8B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C1DD4FC9-713D-E8E9-2355-D85B3D26BAC3}"/>
              </a:ext>
            </a:extLst>
          </p:cNvPr>
          <p:cNvSpPr/>
          <p:nvPr/>
        </p:nvSpPr>
        <p:spPr>
          <a:xfrm>
            <a:off x="-304800" y="3370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D8E3C5C1-DAEA-2171-A690-CA617B6F0E23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06B9D-AFB6-48E4-D243-E791D612644E}"/>
              </a:ext>
            </a:extLst>
          </p:cNvPr>
          <p:cNvSpPr txBox="1"/>
          <p:nvPr/>
        </p:nvSpPr>
        <p:spPr>
          <a:xfrm>
            <a:off x="2783474" y="710467"/>
            <a:ext cx="13563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Disease Detection Module</a:t>
            </a:r>
          </a:p>
        </p:txBody>
      </p:sp>
    </p:spTree>
    <p:extLst>
      <p:ext uri="{BB962C8B-B14F-4D97-AF65-F5344CB8AC3E}">
        <p14:creationId xmlns:p14="http://schemas.microsoft.com/office/powerpoint/2010/main" val="650326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6F60A-9557-AD90-691F-8B53A9AF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5BE90-938A-F57B-2085-BDF2F5B4B856}"/>
              </a:ext>
            </a:extLst>
          </p:cNvPr>
          <p:cNvSpPr txBox="1"/>
          <p:nvPr/>
        </p:nvSpPr>
        <p:spPr>
          <a:xfrm>
            <a:off x="898486" y="3107203"/>
            <a:ext cx="162306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disease detection output with two additional inputs: the farmer's past treatment history and known local pesticide resistance data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 reasoning/re-ranking layer that avoids recommending treatments the farmer already tried without success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out chemicals with known regional resistance, prioritizing organic remedies before chemical escalation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ranked, explainable advisory rather than a single static answer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43FC15F2-D0B4-B43D-85B3-74D7A0577845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AA81897D-AA5E-814E-A24A-F96EC82FB468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E0566-57CE-A41E-5837-EBEDBEB0EDEE}"/>
              </a:ext>
            </a:extLst>
          </p:cNvPr>
          <p:cNvSpPr txBox="1"/>
          <p:nvPr/>
        </p:nvSpPr>
        <p:spPr>
          <a:xfrm>
            <a:off x="1752600" y="397463"/>
            <a:ext cx="15087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Context-Aware Advisory Reasoning Module</a:t>
            </a:r>
          </a:p>
        </p:txBody>
      </p:sp>
    </p:spTree>
    <p:extLst>
      <p:ext uri="{BB962C8B-B14F-4D97-AF65-F5344CB8AC3E}">
        <p14:creationId xmlns:p14="http://schemas.microsoft.com/office/powerpoint/2010/main" val="19756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F23A6A-4AF6-DDD9-A587-5AFBBB8A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DD570-411C-2D5D-CCD1-DF7499C63868}"/>
              </a:ext>
            </a:extLst>
          </p:cNvPr>
          <p:cNvSpPr txBox="1"/>
          <p:nvPr/>
        </p:nvSpPr>
        <p:spPr>
          <a:xfrm>
            <a:off x="1066800" y="3009900"/>
            <a:ext cx="164592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the advisory through a multilingual voice and text interface, designed for low-literacy accessibility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each interaction (scan, diagnosis, treatment chosen) in a Firebase-backed treatment history per farmer/field for future reasoning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anonymized, location-tagged detections into a real-time regional outbreak map, alerting nearby farmers and agricultural officers to emerging disease clusters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019F8BD9-9ED4-2E93-C28C-5403E1AABC2B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8C69B259-45FD-03BF-097C-574AC6AA50A1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813FEF-E4A6-953A-501A-8EDDD84E8505}"/>
              </a:ext>
            </a:extLst>
          </p:cNvPr>
          <p:cNvSpPr txBox="1"/>
          <p:nvPr/>
        </p:nvSpPr>
        <p:spPr>
          <a:xfrm>
            <a:off x="1485900" y="473611"/>
            <a:ext cx="15316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Farmer Interface &amp; Community Outbreak Module</a:t>
            </a:r>
          </a:p>
        </p:txBody>
      </p:sp>
    </p:spTree>
    <p:extLst>
      <p:ext uri="{BB962C8B-B14F-4D97-AF65-F5344CB8AC3E}">
        <p14:creationId xmlns:p14="http://schemas.microsoft.com/office/powerpoint/2010/main" val="3542209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91B7B8-ABC2-84DD-802F-7F1DF401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478B5-7EF7-41E6-D62C-35F8CD5812AC}"/>
              </a:ext>
            </a:extLst>
          </p:cNvPr>
          <p:cNvSpPr txBox="1"/>
          <p:nvPr/>
        </p:nvSpPr>
        <p:spPr>
          <a:xfrm>
            <a:off x="1371600" y="3107203"/>
            <a:ext cx="158496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beyond conventional single-shot disease classification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Treats crop treatment as a sequential, context-aware decision problem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on-device AI detection + treatment history reasoning + community outbreak intelligence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faster, more relevant, and more sustainable advisory to farmers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crop loss and minimizes unnecessary pesticide use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18B0D1A4-F3F6-A083-87EC-439855F0F9EA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E399D2C-BD04-F8EF-ABA4-72C282157CE4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B77A2B-39FA-CB6E-001C-4F39957BCDB9}"/>
              </a:ext>
            </a:extLst>
          </p:cNvPr>
          <p:cNvSpPr txBox="1"/>
          <p:nvPr/>
        </p:nvSpPr>
        <p:spPr>
          <a:xfrm>
            <a:off x="5943600" y="737117"/>
            <a:ext cx="579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33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5ECFF-D982-5591-353F-B95182393EEE}"/>
              </a:ext>
            </a:extLst>
          </p:cNvPr>
          <p:cNvSpPr txBox="1"/>
          <p:nvPr/>
        </p:nvSpPr>
        <p:spPr>
          <a:xfrm>
            <a:off x="914400" y="2811494"/>
            <a:ext cx="16459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Mohanty, S. P., Hughes, D. P., &amp;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Salathé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(2016). Using Deep Learning for Image-Based Plant Disease Detection. Frontiers in Plant Science, 7, 1419.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Ferentinos, K. P. (2018). Deep learning models for plant disease detection and diagnosis. Computers and Electronics in Agriculture, 145, 311–318.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Howard, A. G., et al. (2017).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Convolutional Neural Networks for Mobile Vision Applications.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arXiv:1704.04861.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and Agriculture Organization (FAO). (2021). The impact of disasters and crises on agriculture and food security.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Firebase Documentation. Firebase Realtime Database &amp; Cloud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https://firebase.google.com/docs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971B5B8-F1B3-38B3-2AF9-8D6AB0D02D0A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195DCF42-1F82-4883-CD21-34D8B4F2DC9E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B7E4A-CE18-FEB9-90D5-BCD05ADC2D61}"/>
              </a:ext>
            </a:extLst>
          </p:cNvPr>
          <p:cNvSpPr txBox="1"/>
          <p:nvPr/>
        </p:nvSpPr>
        <p:spPr>
          <a:xfrm>
            <a:off x="6553200" y="757298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1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878</Words>
  <Application>Microsoft Office PowerPoint</Application>
  <PresentationFormat>Custom</PresentationFormat>
  <Paragraphs>126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Times New Roman</vt:lpstr>
      <vt:lpstr>Arial</vt:lpstr>
      <vt:lpstr>Aptos</vt:lpstr>
      <vt:lpstr>Times New Roman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9</dc:title>
  <dc:creator>Reshma B S</dc:creator>
  <cp:lastModifiedBy>Athavan K</cp:lastModifiedBy>
  <cp:revision>17</cp:revision>
  <dcterms:created xsi:type="dcterms:W3CDTF">2006-08-16T00:00:00Z</dcterms:created>
  <dcterms:modified xsi:type="dcterms:W3CDTF">2026-08-10T03:04:25Z</dcterms:modified>
  <dc:identifier>DAG7rX9f_jA</dc:identifier>
</cp:coreProperties>
</file>